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525" y="168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Story Line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335280" y="625475"/>
            <a:ext cx="111823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1. </a:t>
            </a:r>
            <a:r>
              <a:rPr lang="en-US" altLang="zh-CN" b="1" dirty="0">
                <a:sym typeface="+mn-ea"/>
              </a:rPr>
              <a:t>Background: </a:t>
            </a:r>
            <a:r>
              <a:rPr lang="en-US" altLang="zh-CN" dirty="0">
                <a:sym typeface="+mn-ea"/>
              </a:rPr>
              <a:t>To crystal </a:t>
            </a:r>
            <a:r>
              <a:rPr lang="en-US" altLang="zh-CN" dirty="0">
                <a:sym typeface="+mn-ea"/>
              </a:rPr>
              <a:t>structure analysis, we </a:t>
            </a:r>
            <a:r>
              <a:rPr lang="en-US" altLang="zh-CN" i="1" dirty="0">
                <a:sym typeface="+mn-ea"/>
              </a:rPr>
              <a:t>optimized the NaP₁₅ synthesis conditions</a:t>
            </a:r>
            <a:r>
              <a:rPr lang="en-US" altLang="zh-CN" dirty="0">
                <a:sym typeface="+mn-ea"/>
              </a:rPr>
              <a:t> and converted it into OP by MVLTG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2. </a:t>
            </a:r>
            <a:r>
              <a:rPr lang="en-US" altLang="zh-CN" b="1" dirty="0">
                <a:sym typeface="+mn-ea"/>
              </a:rPr>
              <a:t>Problem(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obstacle</a:t>
            </a:r>
            <a:r>
              <a:rPr lang="en-US" altLang="zh-CN" b="1" dirty="0">
                <a:sym typeface="+mn-ea"/>
              </a:rPr>
              <a:t>):</a:t>
            </a:r>
            <a:r>
              <a:rPr lang="en-US" altLang="zh-CN" dirty="0">
                <a:sym typeface="+mn-ea"/>
              </a:rPr>
              <a:t> From EDX </a:t>
            </a:r>
            <a:r>
              <a:rPr lang="en-US" altLang="zh-CN" dirty="0">
                <a:sym typeface="+mn-ea"/>
              </a:rPr>
              <a:t>result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Na-containing residues remain on OP crystal, pure crystal not yet synthesized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3. </a:t>
            </a:r>
            <a:r>
              <a:rPr lang="en-US" altLang="zh-CN" b="1" dirty="0">
                <a:sym typeface="+mn-ea"/>
              </a:rPr>
              <a:t>Key question:</a:t>
            </a:r>
            <a:r>
              <a:rPr lang="en-US" altLang="zh-CN" dirty="0">
                <a:sym typeface="+mn-ea"/>
              </a:rPr>
              <a:t> How to remove Na containing while synthesizing OP?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4. </a:t>
            </a:r>
            <a:r>
              <a:rPr lang="en-US" altLang="zh-CN" b="1" dirty="0">
                <a:sym typeface="+mn-ea"/>
              </a:rPr>
              <a:t>Speculation:</a:t>
            </a:r>
            <a:r>
              <a:rPr lang="en-US" altLang="zh-CN" dirty="0">
                <a:sym typeface="+mn-ea"/>
              </a:rPr>
              <a:t> Na removal is controlled by: NaP15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source</a:t>
            </a:r>
            <a:r>
              <a:rPr lang="en-US" altLang="zh-CN" dirty="0">
                <a:sym typeface="+mn-ea"/>
              </a:rPr>
              <a:t> size (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shorter escaping channel</a:t>
            </a:r>
            <a:r>
              <a:rPr lang="en-US" altLang="zh-CN" dirty="0">
                <a:sym typeface="+mn-ea"/>
              </a:rPr>
              <a:t>) / DI water washing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duration and cycles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eliminate blocks</a:t>
            </a:r>
            <a:r>
              <a:rPr lang="en-US" altLang="zh-CN" dirty="0">
                <a:sym typeface="+mn-ea"/>
              </a:rPr>
              <a:t>)/ post-heating (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Provide Na escaping motivations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5. </a:t>
            </a:r>
            <a:r>
              <a:rPr lang="en-US" altLang="zh-CN" b="1" dirty="0">
                <a:sym typeface="+mn-ea"/>
              </a:rPr>
              <a:t>Experimental design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: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NaP15 </a:t>
            </a:r>
            <a:r>
              <a:rPr lang="en-US" altLang="zh-CN" dirty="0">
                <a:sym typeface="+mn-ea"/>
              </a:rPr>
              <a:t>Ultrasonication → MVLTG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(O2+Ar) </a:t>
            </a:r>
            <a:r>
              <a:rPr lang="en-US" altLang="zh-CN" dirty="0">
                <a:sym typeface="+mn-ea"/>
              </a:rPr>
              <a:t>→ DI water washing → second MVLTG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(O2+Ar) </a:t>
            </a:r>
            <a:r>
              <a:rPr lang="en-US" altLang="zh-CN" dirty="0">
                <a:sym typeface="+mn-ea"/>
              </a:rPr>
              <a:t>→ DI water washing → mild heating with </a:t>
            </a:r>
            <a:r>
              <a:rPr lang="en-US" altLang="zh-CN" dirty="0" err="1">
                <a:sym typeface="+mn-ea"/>
              </a:rPr>
              <a:t>Ar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6. </a:t>
            </a:r>
            <a:r>
              <a:rPr lang="en-US" altLang="zh-CN" b="1" dirty="0">
                <a:sym typeface="+mn-ea"/>
              </a:rPr>
              <a:t>Characterization:</a:t>
            </a:r>
            <a:r>
              <a:rPr lang="en-US" altLang="zh-CN" dirty="0">
                <a:sym typeface="+mn-ea"/>
              </a:rPr>
              <a:t> Raman / HRTEM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7. </a:t>
            </a:r>
            <a:r>
              <a:rPr lang="en-US" altLang="zh-CN" b="1" dirty="0">
                <a:sym typeface="+mn-ea"/>
              </a:rPr>
              <a:t>Goal:</a:t>
            </a:r>
            <a:r>
              <a:rPr lang="en-US" altLang="zh-CN" dirty="0">
                <a:sym typeface="+mn-ea"/>
              </a:rPr>
              <a:t> High-purity OP samples for future γ-OP structural characterization</a:t>
            </a:r>
            <a:endParaRPr lang="en-US" altLang="zh-CN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1455" y="5525135"/>
            <a:ext cx="683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Synthesis and characterization of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high-quality Orange Phosphorus</a:t>
            </a:r>
            <a:endParaRPr lang="en-US" altLang="zh-CN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1025" y="5470525"/>
            <a:ext cx="818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/>
              <a:t>Title:</a:t>
            </a:r>
            <a:endParaRPr lang="en-US" altLang="zh-CN" sz="24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WPS 演示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Calibri</vt:lpstr>
      <vt:lpstr>Microsoft YaHei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约定&amp;云之彼端</cp:lastModifiedBy>
  <cp:revision>44</cp:revision>
  <dcterms:created xsi:type="dcterms:W3CDTF">2026-07-06T08:06:00Z</dcterms:created>
  <dcterms:modified xsi:type="dcterms:W3CDTF">2026-07-09T04:53:55Z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D016E8AB69044A468D43FAA6EDD76C8E_12</vt:lpwstr>
  </property>
</Properties>
</file>